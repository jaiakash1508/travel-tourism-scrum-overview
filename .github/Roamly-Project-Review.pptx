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F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Roamly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&amp; Tourism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E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 Project Review · Working 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F27A"/>
                </a:solidFill>
              </a:rPr>
              <a:t>01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planning challenge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 ideas, activities and budgets can be scattered across separate tools.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explores a single, friendly starting point for travel planning.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travelers discover destinations and shape a simple itinerary.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user: traveler planning a trip. Local guide profiles are illustrative.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features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discovery · Search feedback · Add and remove itinerary items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activity budget · Browser-local persistence · Guide profile dialog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Scrum plan context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sprints · 14 activities · 115 story points · 72 days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Figures are stated in the supplied project overview.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HTML + responsive CSS + browser 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keeps the demo itinerary in the current browser. See UML-Diagrams.md.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a destination and choose “Add idea”.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item appears in the itinerary and the estimated budget updates.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 the itinerary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custom activity and estimated cost. Remove an item to recalculate.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Reload the page to demonstrate browser persistence.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limitations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destinations, prices, ratings and guide profiles only.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 search, accounts, API, collaboration, booking, messaging or payments.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86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ROAMLY  /  PROJECT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demonstrates a front-end journey from inspiration to itinerary.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secure accounts, shared trips, validated data sources, usability and accessibility evaluation.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78440" y="6172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78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Roamly Travel &amp; Tourism Platform</dc:title>
  <dc:subject>Software engineering project review</dc:subject>
  <dc:creator>Roamly Project Team</dc:creator>
  <cp:lastModifiedBy>Roamly Project Team</cp:lastModifiedBy>
  <cp:revision>1</cp:revision>
  <dcterms:created xsi:type="dcterms:W3CDTF">2026-10-26T15:01:35Z</dcterms:created>
  <dcterms:modified xsi:type="dcterms:W3CDTF">2026-10-26T15:01:35Z</dcterms:modified>
</cp:coreProperties>
</file>